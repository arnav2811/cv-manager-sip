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CV Manager - Qualification Standardization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Summer Internship Project</a:t>
            </a:r>
          </a:p>
          <a:p>
            <a:r>
              <a:t>Growth Grids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Problem Statement</a:t>
            </a:r>
          </a:p>
          <a:p>
            <a:r>
              <a:t>2. Current State</a:t>
            </a:r>
          </a:p>
          <a:p>
            <a:r>
              <a:t>3. Solution Overview</a:t>
            </a:r>
          </a:p>
          <a:p>
            <a:r>
              <a:t>4. Normalization Pipeline</a:t>
            </a:r>
          </a:p>
          <a:p>
            <a:r>
              <a:t>5. Demo</a:t>
            </a:r>
          </a:p>
          <a:p>
            <a:r>
              <a:t>6.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Candidates write degrees inconsistently:</a:t>
            </a:r>
          </a:p>
          <a:p>
            <a:r>
              <a:t>- B.Tech</a:t>
            </a:r>
          </a:p>
          <a:p>
            <a:r>
              <a:t>- Bachelor of Technology</a:t>
            </a:r>
          </a:p>
          <a:p>
            <a:r>
              <a:t>- B.E. Hons</a:t>
            </a:r>
          </a:p>
          <a:p/>
          <a:p>
            <a:r>
              <a:t>This causes CV parsers to fail and recruiter searches to miss candidates.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Recruiters searching for 'B.Tech' miss 'Bachelor of Technology'. It breaks the core matching functionality of CV Manager.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State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CV parser misses degree data frequently.</a:t>
            </a:r>
          </a:p>
          <a:p>
            <a:r>
              <a:t>- Dashboard statistics do not update properly.</a:t>
            </a:r>
          </a:p>
          <a:p>
            <a:r>
              <a:t>- Poor candidate search filtering.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3-Layer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robust normalization engine:</a:t>
            </a:r>
          </a:p>
          <a:p>
            <a:r>
              <a:t>Layer 1: Rule-Based exact lookup.</a:t>
            </a:r>
          </a:p>
          <a:p>
            <a:r>
              <a:t>Layer 2: Fuzzy matching (RapidFuzz).</a:t>
            </a:r>
          </a:p>
          <a:p>
            <a:r>
              <a:t>Layer 3: NLP / NER extraction for unstructured text.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Layer 1 &amp; 2: The Core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Intense focus on Layer 1 &amp; 2 provides robust resolution for 95%+ of inputs using 570+ degree aliases and 360+ field aliases.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Layer 3: Scope &amp; Expansion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NLP (Layer 3) handles descriptive CV text. It requires the stable alias mappings created by Layers 1 &amp; 2. Future expansion involves training spaCy NER models.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5-Table Architecture:</a:t>
            </a:r>
          </a:p>
          <a:p>
            <a:r>
              <a:t>1. Qualification Levels</a:t>
            </a:r>
          </a:p>
          <a:p>
            <a:r>
              <a:t>2. Canonical Degrees</a:t>
            </a:r>
          </a:p>
          <a:p>
            <a:r>
              <a:t>3. Degree Aliases</a:t>
            </a:r>
          </a:p>
          <a:p>
            <a:r>
              <a:t>4. Fields of Study</a:t>
            </a:r>
          </a:p>
          <a:p>
            <a:r>
              <a:t>5. Candidate Education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Seed SQL Tables &amp; CSVs</a:t>
            </a:r>
          </a:p>
          <a:p>
            <a:r>
              <a:t>Phase 2: Integrate Normalization Pipeline</a:t>
            </a:r>
          </a:p>
          <a:p>
            <a:r>
              <a:t>Phase 3: Launch Review Queue UI</a:t>
            </a:r>
          </a:p>
          <a:p>
            <a:r>
              <a:t>Phase 4: Explore Layer 3 (NLP)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